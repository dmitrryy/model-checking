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A23A7F-A484-4BBF-8C32-E664FB85D465}" v="1" dt="2023-12-18T16:43:35.1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mitry Drozdov" userId="e00594e6e784367e" providerId="LiveId" clId="{BBA23A7F-A484-4BBF-8C32-E664FB85D465}"/>
    <pc:docChg chg="undo custSel addSld modSld">
      <pc:chgData name="Dmitry Drozdov" userId="e00594e6e784367e" providerId="LiveId" clId="{BBA23A7F-A484-4BBF-8C32-E664FB85D465}" dt="2023-12-18T20:37:23.414" v="726" actId="20577"/>
      <pc:docMkLst>
        <pc:docMk/>
      </pc:docMkLst>
      <pc:sldChg chg="addSp modSp new mod">
        <pc:chgData name="Dmitry Drozdov" userId="e00594e6e784367e" providerId="LiveId" clId="{BBA23A7F-A484-4BBF-8C32-E664FB85D465}" dt="2023-12-18T16:43:53.593" v="139" actId="1076"/>
        <pc:sldMkLst>
          <pc:docMk/>
          <pc:sldMk cId="29041765" sldId="256"/>
        </pc:sldMkLst>
        <pc:spChg chg="mod">
          <ac:chgData name="Dmitry Drozdov" userId="e00594e6e784367e" providerId="LiveId" clId="{BBA23A7F-A484-4BBF-8C32-E664FB85D465}" dt="2023-12-18T16:42:51.250" v="63" actId="20577"/>
          <ac:spMkLst>
            <pc:docMk/>
            <pc:sldMk cId="29041765" sldId="256"/>
            <ac:spMk id="2" creationId="{B7547B55-4119-E003-B08D-AB1E507DEBAA}"/>
          </ac:spMkLst>
        </pc:spChg>
        <pc:spChg chg="mod">
          <ac:chgData name="Dmitry Drozdov" userId="e00594e6e784367e" providerId="LiveId" clId="{BBA23A7F-A484-4BBF-8C32-E664FB85D465}" dt="2023-12-18T16:43:23.422" v="115" actId="20577"/>
          <ac:spMkLst>
            <pc:docMk/>
            <pc:sldMk cId="29041765" sldId="256"/>
            <ac:spMk id="3" creationId="{AF08A4F3-0C2A-DBF2-F03C-DED2EA452CC4}"/>
          </ac:spMkLst>
        </pc:spChg>
        <pc:spChg chg="add mod">
          <ac:chgData name="Dmitry Drozdov" userId="e00594e6e784367e" providerId="LiveId" clId="{BBA23A7F-A484-4BBF-8C32-E664FB85D465}" dt="2023-12-18T16:43:53.593" v="139" actId="1076"/>
          <ac:spMkLst>
            <pc:docMk/>
            <pc:sldMk cId="29041765" sldId="256"/>
            <ac:spMk id="4" creationId="{5BD4A814-7B00-D792-00DC-81B95A6E8441}"/>
          </ac:spMkLst>
        </pc:spChg>
      </pc:sldChg>
      <pc:sldChg chg="modSp new mod">
        <pc:chgData name="Dmitry Drozdov" userId="e00594e6e784367e" providerId="LiveId" clId="{BBA23A7F-A484-4BBF-8C32-E664FB85D465}" dt="2023-12-18T17:18:55.394" v="266" actId="113"/>
        <pc:sldMkLst>
          <pc:docMk/>
          <pc:sldMk cId="1936369315" sldId="257"/>
        </pc:sldMkLst>
        <pc:spChg chg="mod">
          <ac:chgData name="Dmitry Drozdov" userId="e00594e6e784367e" providerId="LiveId" clId="{BBA23A7F-A484-4BBF-8C32-E664FB85D465}" dt="2023-12-18T16:45:03.843" v="186" actId="20577"/>
          <ac:spMkLst>
            <pc:docMk/>
            <pc:sldMk cId="1936369315" sldId="257"/>
            <ac:spMk id="2" creationId="{CA7FC05E-7EF6-93A0-CE04-0C837EF00F12}"/>
          </ac:spMkLst>
        </pc:spChg>
        <pc:spChg chg="mod">
          <ac:chgData name="Dmitry Drozdov" userId="e00594e6e784367e" providerId="LiveId" clId="{BBA23A7F-A484-4BBF-8C32-E664FB85D465}" dt="2023-12-18T17:18:55.394" v="266" actId="113"/>
          <ac:spMkLst>
            <pc:docMk/>
            <pc:sldMk cId="1936369315" sldId="257"/>
            <ac:spMk id="3" creationId="{F080F52F-FDE1-0C69-9564-15125F3DF9E4}"/>
          </ac:spMkLst>
        </pc:spChg>
      </pc:sldChg>
      <pc:sldChg chg="modSp new mod">
        <pc:chgData name="Dmitry Drozdov" userId="e00594e6e784367e" providerId="LiveId" clId="{BBA23A7F-A484-4BBF-8C32-E664FB85D465}" dt="2023-12-18T16:45:27.014" v="214" actId="20577"/>
        <pc:sldMkLst>
          <pc:docMk/>
          <pc:sldMk cId="4163002054" sldId="258"/>
        </pc:sldMkLst>
        <pc:spChg chg="mod">
          <ac:chgData name="Dmitry Drozdov" userId="e00594e6e784367e" providerId="LiveId" clId="{BBA23A7F-A484-4BBF-8C32-E664FB85D465}" dt="2023-12-18T16:45:27.014" v="214" actId="20577"/>
          <ac:spMkLst>
            <pc:docMk/>
            <pc:sldMk cId="4163002054" sldId="258"/>
            <ac:spMk id="2" creationId="{C00EAC9A-007D-297A-3AA5-3E28EB1C2254}"/>
          </ac:spMkLst>
        </pc:spChg>
      </pc:sldChg>
      <pc:sldChg chg="modSp new mod">
        <pc:chgData name="Dmitry Drozdov" userId="e00594e6e784367e" providerId="LiveId" clId="{BBA23A7F-A484-4BBF-8C32-E664FB85D465}" dt="2023-12-18T16:45:47.979" v="239" actId="20577"/>
        <pc:sldMkLst>
          <pc:docMk/>
          <pc:sldMk cId="1226190303" sldId="259"/>
        </pc:sldMkLst>
        <pc:spChg chg="mod">
          <ac:chgData name="Dmitry Drozdov" userId="e00594e6e784367e" providerId="LiveId" clId="{BBA23A7F-A484-4BBF-8C32-E664FB85D465}" dt="2023-12-18T16:45:47.979" v="239" actId="20577"/>
          <ac:spMkLst>
            <pc:docMk/>
            <pc:sldMk cId="1226190303" sldId="259"/>
            <ac:spMk id="2" creationId="{D84F414B-0557-F0DF-0BD9-EE0C2B081E0E}"/>
          </ac:spMkLst>
        </pc:spChg>
      </pc:sldChg>
      <pc:sldChg chg="modSp new mod">
        <pc:chgData name="Dmitry Drozdov" userId="e00594e6e784367e" providerId="LiveId" clId="{BBA23A7F-A484-4BBF-8C32-E664FB85D465}" dt="2023-12-18T20:37:23.414" v="726" actId="20577"/>
        <pc:sldMkLst>
          <pc:docMk/>
          <pc:sldMk cId="789531959" sldId="260"/>
        </pc:sldMkLst>
        <pc:spChg chg="mod">
          <ac:chgData name="Dmitry Drozdov" userId="e00594e6e784367e" providerId="LiveId" clId="{BBA23A7F-A484-4BBF-8C32-E664FB85D465}" dt="2023-12-18T19:19:43.764" v="277" actId="20577"/>
          <ac:spMkLst>
            <pc:docMk/>
            <pc:sldMk cId="789531959" sldId="260"/>
            <ac:spMk id="2" creationId="{5501577E-7FE8-26B5-3445-4BD14B181530}"/>
          </ac:spMkLst>
        </pc:spChg>
        <pc:spChg chg="mod">
          <ac:chgData name="Dmitry Drozdov" userId="e00594e6e784367e" providerId="LiveId" clId="{BBA23A7F-A484-4BBF-8C32-E664FB85D465}" dt="2023-12-18T20:37:23.414" v="726" actId="20577"/>
          <ac:spMkLst>
            <pc:docMk/>
            <pc:sldMk cId="789531959" sldId="260"/>
            <ac:spMk id="3" creationId="{BCD4B282-7283-4CCF-BB26-C02060BFD23C}"/>
          </ac:spMkLst>
        </pc:spChg>
      </pc:sldChg>
      <pc:sldChg chg="modSp new mod">
        <pc:chgData name="Dmitry Drozdov" userId="e00594e6e784367e" providerId="LiveId" clId="{BBA23A7F-A484-4BBF-8C32-E664FB85D465}" dt="2023-12-18T19:35:48.999" v="526"/>
        <pc:sldMkLst>
          <pc:docMk/>
          <pc:sldMk cId="1563885214" sldId="261"/>
        </pc:sldMkLst>
        <pc:spChg chg="mod">
          <ac:chgData name="Dmitry Drozdov" userId="e00594e6e784367e" providerId="LiveId" clId="{BBA23A7F-A484-4BBF-8C32-E664FB85D465}" dt="2023-12-18T19:19:56.374" v="286" actId="20577"/>
          <ac:spMkLst>
            <pc:docMk/>
            <pc:sldMk cId="1563885214" sldId="261"/>
            <ac:spMk id="2" creationId="{70D6E931-9211-88D5-2DE3-B920DB1C2C20}"/>
          </ac:spMkLst>
        </pc:spChg>
        <pc:spChg chg="mod">
          <ac:chgData name="Dmitry Drozdov" userId="e00594e6e784367e" providerId="LiveId" clId="{BBA23A7F-A484-4BBF-8C32-E664FB85D465}" dt="2023-12-18T19:35:48.999" v="526"/>
          <ac:spMkLst>
            <pc:docMk/>
            <pc:sldMk cId="1563885214" sldId="261"/>
            <ac:spMk id="3" creationId="{8B6ACC75-272F-F71B-EE1B-837BCB4077F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0AD2D-0C3C-E56D-1673-77299949D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DA5BE8-431C-4D65-84D1-B2C725597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43528-3611-2A06-CA16-49BFEA28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879FD-7943-9E1F-1BC5-8EEBAAF4E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ECCB7-64EB-62D6-0B8B-482340829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86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E9038-03D7-83F6-362F-B621C1BE5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0C465-03CE-19BF-C86F-A7A7FA1DD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8247A-D24C-42C4-0BF0-A4B1676D3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8F532-8F65-2E60-77E6-E331DE045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0FF16-5C3F-4ADF-56E8-1D9DFA3A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83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6196-21B0-77F5-7CA2-792D587DF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B80DC-3B43-8B5F-65D6-0EA63202D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550F6-A481-A588-29C9-EF0916CBC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AFB51-2DCE-7D46-5AEC-965DDABC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DCEC5-4371-20B9-6B85-91D846C68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0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C850-E50E-6CDE-4506-4E5B44203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AF2F0-F1BB-25AF-85B6-162C1912B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67E6E-AA87-209F-B7C8-C84E16FD0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3B40D-EC42-3A71-A983-55E80C545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1B17E-106A-3C59-5B86-F255AB302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0A1C6-05E6-12AD-F87F-0058062A7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505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46353-9106-8793-9EB6-E7B89D9F1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97306-1559-61C7-4571-C3C0E0092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FCFCF9-6F5C-C0BA-01EB-F897DA2E5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EA79AC-0AB7-7989-2AE0-042BBDF77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D7C795-8E4B-4890-162E-6EDEDB928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739132-1036-626F-4644-F341C8B74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94FC08-A073-FE62-78C6-CBAF111EC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97467E-CA88-B505-A687-4AEEE6D91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414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56184-C31A-0995-3FD3-BECE20B68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1A1A83-A0DA-EF4D-085E-EFDE2017D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2C0EF-A8A2-8654-96B2-93C68C17D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81D844-8C98-2078-2212-5740F4D4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02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CB3E24-4F70-53A0-2245-0E12DCEE6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F5308E-8AA4-4233-6883-E6DCFA57B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D7158-8F2F-64A0-7B1F-9B641634C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872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11F8-88FA-7045-FDFB-B0E9FD30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52708-B4EC-A4A1-DAE8-54CE4D483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E566C-2BA2-F2C3-110C-124F9BCC5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9FF4C-23E7-44F1-1EE8-37F36647F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3116F-1A12-05A1-E87B-849A32F0D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9FEEE-8DFD-11BA-D549-7627882A3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876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C363-9A2D-6BF0-EF43-DBFC95FF1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307DAF-BA8A-3E94-7F7A-90447C8F86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A0239-FDD7-7057-3A82-B6149CD4D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390A2-C2AC-5BED-17EC-D8A7F33E6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54387-3465-C547-1D27-E730FD0A8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ABEDF-DA1E-6409-A71D-DAF03FEEE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858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E342-68BE-9C6E-9CA8-B023EFB11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7A0487-FA80-C3C6-3B83-86083F3BC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01C41-F1A6-8FE8-938F-9370900CB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CDCC-40D9-43E7-A7ED-F8E8F52C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7C8A4-9FC8-DED2-2C8D-A49A3AD15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67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D9C3F7-EB16-E9D2-4295-31D7BD5250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1C03E-A3CC-B413-F3F5-037F26DAE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50704-92F0-9BE2-5F66-845A2155C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9A193-3200-0B2E-9C09-A69C10D6D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3937F-F9CB-66FB-2BD8-263A25E69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39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014E63-4242-868A-6B01-D9D2F66E3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19B5D-F5A9-0385-2C57-70F377FCE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75BF8-D9EC-05C0-ED14-6E2486E8E9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64941-7092-F23E-2EE1-95E8FFE4DD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61FBA-BAF7-8E49-4909-79CECF0D0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95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7B55-4119-E003-B08D-AB1E507DE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1051494"/>
          </a:xfrm>
        </p:spPr>
        <p:txBody>
          <a:bodyPr>
            <a:normAutofit fontScale="90000"/>
          </a:bodyPr>
          <a:lstStyle/>
          <a:p>
            <a:r>
              <a:rPr lang="ru-RU" dirty="0"/>
              <a:t>Система охраны умного дома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8A4F3-0C2A-DBF2-F03C-DED2EA452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48023"/>
            <a:ext cx="9144000" cy="1655762"/>
          </a:xfrm>
        </p:spPr>
        <p:txBody>
          <a:bodyPr/>
          <a:lstStyle/>
          <a:p>
            <a:r>
              <a:rPr lang="ru-RU" u="sng" dirty="0"/>
              <a:t>Структура Крипке</a:t>
            </a:r>
          </a:p>
          <a:p>
            <a:endParaRPr lang="ru-RU" dirty="0"/>
          </a:p>
          <a:p>
            <a:r>
              <a:rPr lang="ru-RU" dirty="0"/>
              <a:t>Дроздов Дмитрий М01-306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D4A814-7B00-D792-00DC-81B95A6E8441}"/>
              </a:ext>
            </a:extLst>
          </p:cNvPr>
          <p:cNvSpPr txBox="1"/>
          <p:nvPr/>
        </p:nvSpPr>
        <p:spPr>
          <a:xfrm>
            <a:off x="5690279" y="6107502"/>
            <a:ext cx="811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МФТИ</a:t>
            </a:r>
          </a:p>
          <a:p>
            <a:pPr algn="ctr"/>
            <a:r>
              <a:rPr lang="ru-RU" dirty="0"/>
              <a:t>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1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FC05E-7EF6-93A0-CE04-0C837EF00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Элементы состояния системы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0F52F-FDE1-0C69-9564-15125F3DF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ru-RU" sz="3600" b="1" dirty="0"/>
              <a:t>Сенсоры</a:t>
            </a:r>
            <a:endParaRPr lang="en-US" sz="3600" b="1" dirty="0"/>
          </a:p>
          <a:p>
            <a:pPr marL="742950" lvl="1" indent="-285750" algn="l">
              <a:buFont typeface="+mj-lt"/>
              <a:buAutoNum type="arabicPeriod"/>
            </a:pPr>
            <a:r>
              <a:rPr lang="ru-RU" sz="3600" dirty="0"/>
              <a:t>Дверь</a:t>
            </a:r>
            <a:r>
              <a:rPr lang="en-US" sz="3600" dirty="0"/>
              <a:t>/</a:t>
            </a:r>
            <a:r>
              <a:rPr lang="ru-RU" sz="3600" dirty="0"/>
              <a:t>окно</a:t>
            </a:r>
            <a:r>
              <a:rPr lang="en-US" sz="3600" dirty="0"/>
              <a:t>: [Closed, Open]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3600" dirty="0"/>
              <a:t>Детектор разбитого окна</a:t>
            </a:r>
            <a:r>
              <a:rPr lang="en-US" sz="3600" dirty="0"/>
              <a:t>: [No Breakage, Breakage Detected]</a:t>
            </a:r>
          </a:p>
          <a:p>
            <a:pPr algn="l">
              <a:buFont typeface="+mj-lt"/>
              <a:buAutoNum type="arabicPeriod"/>
            </a:pPr>
            <a:r>
              <a:rPr lang="ru-RU" sz="3600" b="1" dirty="0"/>
              <a:t>Камера</a:t>
            </a:r>
            <a:r>
              <a:rPr lang="en-US" sz="3600" dirty="0"/>
              <a:t>:</a:t>
            </a:r>
          </a:p>
          <a:p>
            <a:pPr lvl="1">
              <a:buFont typeface="+mj-lt"/>
              <a:buAutoNum type="arabicPeriod"/>
            </a:pPr>
            <a:r>
              <a:rPr lang="ru-RU" sz="3600" dirty="0"/>
              <a:t>Состояние</a:t>
            </a:r>
            <a:r>
              <a:rPr lang="en-US" sz="3600" dirty="0"/>
              <a:t>: [Off, On]</a:t>
            </a:r>
          </a:p>
          <a:p>
            <a:pPr lvl="1">
              <a:buFont typeface="+mj-lt"/>
              <a:buAutoNum type="arabicPeriod"/>
            </a:pPr>
            <a:r>
              <a:rPr lang="ru-RU" sz="3600" dirty="0"/>
              <a:t>Обнаружение движения</a:t>
            </a:r>
            <a:r>
              <a:rPr lang="en-US" sz="3600" dirty="0"/>
              <a:t>: [No Motion, Pet Motion, Human Motion]</a:t>
            </a:r>
          </a:p>
          <a:p>
            <a:pPr lvl="1">
              <a:buFont typeface="+mj-lt"/>
              <a:buAutoNum type="arabicPeriod"/>
            </a:pPr>
            <a:r>
              <a:rPr lang="ru-RU" sz="3600" dirty="0"/>
              <a:t>Состояние записи</a:t>
            </a:r>
            <a:r>
              <a:rPr lang="en-US" sz="3600" dirty="0"/>
              <a:t>: [Not Recording, Recording]</a:t>
            </a:r>
          </a:p>
          <a:p>
            <a:pPr lvl="1">
              <a:buFont typeface="+mj-lt"/>
              <a:buAutoNum type="arabicPeriod"/>
            </a:pPr>
            <a:r>
              <a:rPr lang="ru-RU" sz="3600" dirty="0"/>
              <a:t>Опция распознавания питомца</a:t>
            </a:r>
            <a:r>
              <a:rPr lang="en-US" sz="3600" dirty="0"/>
              <a:t>: [Disabled, Enabled]</a:t>
            </a:r>
          </a:p>
          <a:p>
            <a:pPr algn="l">
              <a:buFont typeface="+mj-lt"/>
              <a:buAutoNum type="arabicPeriod"/>
            </a:pPr>
            <a:r>
              <a:rPr lang="ru-RU" sz="3600" b="1" dirty="0"/>
              <a:t>Сигнализация</a:t>
            </a:r>
            <a:r>
              <a:rPr lang="en-US" sz="3600" dirty="0"/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3600" dirty="0"/>
              <a:t>Состояние</a:t>
            </a:r>
            <a:r>
              <a:rPr lang="en-US" sz="3600" dirty="0"/>
              <a:t>: [Off, Sounding]</a:t>
            </a:r>
          </a:p>
          <a:p>
            <a:pPr algn="l">
              <a:buFont typeface="+mj-lt"/>
              <a:buAutoNum type="arabicPeriod"/>
            </a:pPr>
            <a:r>
              <a:rPr lang="ru-RU" sz="3600" b="1" dirty="0"/>
              <a:t>Состояние ядра системы</a:t>
            </a:r>
            <a:r>
              <a:rPr lang="en-US" sz="3600" dirty="0"/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3600" dirty="0"/>
              <a:t>[Disarmed, Armed (Stay), Armed (Away)]</a:t>
            </a:r>
          </a:p>
          <a:p>
            <a:pPr algn="l">
              <a:buFont typeface="+mj-lt"/>
              <a:buAutoNum type="arabicPeriod"/>
            </a:pPr>
            <a:r>
              <a:rPr lang="ru-RU" sz="3600" b="1" dirty="0"/>
              <a:t>Уведомление хозяина</a:t>
            </a:r>
            <a:r>
              <a:rPr lang="en-US" sz="3600" dirty="0"/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3600" dirty="0"/>
              <a:t>[No Notification, Notification Sent]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369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EAC9A-007D-297A-3AA5-3E28EB1C2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Начальное состояние системы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BEAD4-7E57-D850-9A73-FFAEFACD5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Систему только установили: все выключено, никакие датчики ничего не зафиксировали, сигнализация не орет.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002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8FAD1-5515-7A22-4663-035568D0F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Состояния системы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3FFDE4-B4E5-6CEA-DF01-1069099C5C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2649836"/>
              </p:ext>
            </p:extLst>
          </p:nvPr>
        </p:nvGraphicFramePr>
        <p:xfrm>
          <a:off x="838200" y="1690688"/>
          <a:ext cx="5257800" cy="449072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669758">
                  <a:extLst>
                    <a:ext uri="{9D8B030D-6E8A-4147-A177-3AD203B41FA5}">
                      <a16:colId xmlns:a16="http://schemas.microsoft.com/office/drawing/2014/main" val="1990432299"/>
                    </a:ext>
                  </a:extLst>
                </a:gridCol>
                <a:gridCol w="4588042">
                  <a:extLst>
                    <a:ext uri="{9D8B030D-6E8A-4147-A177-3AD203B41FA5}">
                      <a16:colId xmlns:a16="http://schemas.microsoft.com/office/drawing/2014/main" val="267653362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ru-RU" dirty="0"/>
                        <a:t>Основные состояния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28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</a:t>
                      </a:r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931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Включено (хозяева дома), сенсоры включены, нет нарушений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227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Включено (хозяева НЕ дома), распознавание питомцев ON, сенсоры включены, нет нарушений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16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Включено (хозяева НЕ дома), распознавание питомцев OFF, сенсоры включены, нет нарушений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520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Зафиксировано проникновение, включение сирены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774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Отключение сирены после обнаруженного проникновения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49223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4A8F9A-4CD3-1AB9-98A5-0A965D42A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096716"/>
              </p:ext>
            </p:extLst>
          </p:nvPr>
        </p:nvGraphicFramePr>
        <p:xfrm>
          <a:off x="6641431" y="499428"/>
          <a:ext cx="5122780" cy="229108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770022">
                  <a:extLst>
                    <a:ext uri="{9D8B030D-6E8A-4147-A177-3AD203B41FA5}">
                      <a16:colId xmlns:a16="http://schemas.microsoft.com/office/drawing/2014/main" val="4155423353"/>
                    </a:ext>
                  </a:extLst>
                </a:gridCol>
                <a:gridCol w="4352758">
                  <a:extLst>
                    <a:ext uri="{9D8B030D-6E8A-4147-A177-3AD203B41FA5}">
                      <a16:colId xmlns:a16="http://schemas.microsoft.com/office/drawing/2014/main" val="81532047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ru-RU" dirty="0"/>
                        <a:t>Нарушения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76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сенсоры сработали, но сигнализация по какой-то причине 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03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отключение системы без аутентификация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332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pets OFF, но сигнализация не сработала на движение животного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18636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C11F36-F429-FD7E-8A66-BC66A14A9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550815"/>
              </p:ext>
            </p:extLst>
          </p:nvPr>
        </p:nvGraphicFramePr>
        <p:xfrm>
          <a:off x="6641430" y="3140393"/>
          <a:ext cx="5122780" cy="18542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641686">
                  <a:extLst>
                    <a:ext uri="{9D8B030D-6E8A-4147-A177-3AD203B41FA5}">
                      <a16:colId xmlns:a16="http://schemas.microsoft.com/office/drawing/2014/main" val="1017884014"/>
                    </a:ext>
                  </a:extLst>
                </a:gridCol>
                <a:gridCol w="4481094">
                  <a:extLst>
                    <a:ext uri="{9D8B030D-6E8A-4147-A177-3AD203B41FA5}">
                      <a16:colId xmlns:a16="http://schemas.microsoft.com/office/drawing/2014/main" val="56089051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ru-RU" dirty="0"/>
                        <a:t>Предикаты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69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56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fpet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Включена опция </a:t>
                      </a:r>
                      <a:r>
                        <a:rPr lang="ru-RU" dirty="0" err="1"/>
                        <a:t>расп</a:t>
                      </a:r>
                      <a:r>
                        <a:rPr lang="ru-RU" dirty="0"/>
                        <a:t>. питомца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64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dpet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Обнаружен питомец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223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569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122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EB1B-2946-F078-AF1B-65C6078A3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32CDD0-F57D-4FB5-6917-98B3EBB3B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742" y="2707574"/>
            <a:ext cx="11676068" cy="2576945"/>
          </a:xfrm>
        </p:spPr>
      </p:pic>
    </p:spTree>
    <p:extLst>
      <p:ext uri="{BB962C8B-B14F-4D97-AF65-F5344CB8AC3E}">
        <p14:creationId xmlns:p14="http://schemas.microsoft.com/office/powerpoint/2010/main" val="4034744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1577E-7FE8-26B5-3445-4BD14B18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4B282-7283-4CCF-BB26-C02060BFD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Когда система находится в режиме охраны (хозяин дома), движения внутри дома не должны вызывать срабатывание сигнализации.</a:t>
            </a:r>
          </a:p>
          <a:p>
            <a:r>
              <a:rPr lang="ru-RU" dirty="0"/>
              <a:t>Сигнализация не должна срабатывать при выключенной системе охраны и без срабатывания датчиков.</a:t>
            </a:r>
            <a:endParaRPr lang="en-US" dirty="0"/>
          </a:p>
          <a:p>
            <a:r>
              <a:rPr lang="ru-RU" dirty="0"/>
              <a:t>Сенсоры двери и окон могут быть выключены только при выключенной системе охраны.</a:t>
            </a:r>
            <a:endParaRPr lang="en-US" dirty="0"/>
          </a:p>
          <a:p>
            <a:r>
              <a:rPr lang="ru-RU" dirty="0"/>
              <a:t>Датчики движения не должны вызывать срабатывание сигнализации из-за движения домашнего животного.</a:t>
            </a:r>
            <a:endParaRPr lang="en-US" dirty="0"/>
          </a:p>
          <a:p>
            <a:r>
              <a:rPr lang="ru-RU" dirty="0"/>
              <a:t>Система не может перейти в выключенное состояние без ввода верного пароля.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294840-D8B3-1B77-A1B4-D35D87C5C90F}"/>
              </a:ext>
            </a:extLst>
          </p:cNvPr>
          <p:cNvSpPr txBox="1"/>
          <p:nvPr/>
        </p:nvSpPr>
        <p:spPr>
          <a:xfrm>
            <a:off x="8126083" y="5942568"/>
            <a:ext cx="274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Формулы описаны в </a:t>
            </a:r>
            <a:r>
              <a:rPr lang="en-US" dirty="0" err="1">
                <a:solidFill>
                  <a:srgbClr val="FF0000"/>
                </a:solidFill>
              </a:rPr>
              <a:t>tla</a:t>
            </a:r>
            <a:r>
              <a:rPr lang="en-US" dirty="0">
                <a:solidFill>
                  <a:srgbClr val="FF0000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789531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6E931-9211-88D5-2DE3-B920DB1C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ACC75-272F-F71B-EE1B-837BCB407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u-RU" sz="2600" dirty="0"/>
              <a:t>Система обязательно перейдет во включенное состояние.</a:t>
            </a:r>
          </a:p>
          <a:p>
            <a:pPr>
              <a:lnSpc>
                <a:spcPct val="80000"/>
              </a:lnSpc>
            </a:pPr>
            <a:r>
              <a:rPr lang="ru-RU" sz="2600" dirty="0"/>
              <a:t>В случае нарушения безопасности система должна отправить пользователю уведомление.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US" dirty="0">
              <a:solidFill>
                <a:srgbClr val="374151"/>
              </a:solidFill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563885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322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Söhne</vt:lpstr>
      <vt:lpstr>Office Theme</vt:lpstr>
      <vt:lpstr>Система охраны умного дома</vt:lpstr>
      <vt:lpstr>Элементы состояния системы</vt:lpstr>
      <vt:lpstr>Начальное состояние системы</vt:lpstr>
      <vt:lpstr>Состояния системы</vt:lpstr>
      <vt:lpstr>Граф</vt:lpstr>
      <vt:lpstr>Safety</vt:lpstr>
      <vt:lpstr>Liveness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охраны умного дома</dc:title>
  <dc:creator>Dmitry Drozdov</dc:creator>
  <cp:lastModifiedBy>Dmitry Drozdov</cp:lastModifiedBy>
  <cp:revision>5</cp:revision>
  <cp:lastPrinted>2023-12-20T06:14:36Z</cp:lastPrinted>
  <dcterms:created xsi:type="dcterms:W3CDTF">2023-12-18T16:42:10Z</dcterms:created>
  <dcterms:modified xsi:type="dcterms:W3CDTF">2023-12-20T17:24:25Z</dcterms:modified>
</cp:coreProperties>
</file>